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573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5 : le déploiement d'un modèle de Machine Learning pour le client Futurisys. Le modèle prédit si un employé risque de quitter l'entreprise.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Futurisys, via son directeur technique Aurélien, veut un modèle opérationnel. Les quatre briques du projet : une API, une base de données, des tests et un déploiement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parcours complet : l'utilisateur saisit un identifiant sur la page web, l'API va chercher l'employé dans PostgreSQL, le modèle calcule la probabilité de départ, et le résultat est affiché puis enregistré.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clés sur le jeu de test : 76 % de bonnes classifications, 60 % des départs réels détectés, et 35 % des alertes qui sont justes. L'écart avec l'entraînement montre la marge de progression du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les 294 employés du jeu de test : 195 restés bien identifiés, 28 départs détectés, 19 départs manqués et 52 fausses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L'API est construite avec FastAPI. On envoie l'identifiant d'un employé et on reçoit la prédiction avec les probabilités. Exemple : l'employé 1649 est classé LEAVE à 95,5 %. La documentation Swagger est générée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de données tient en trois tables : les employés, les entrées envoyées au modèle et les sorties qu'il renvoie. Le script create_db.sql crée ces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Extraits des tables après nos essais. Chaque requête crée une ligne d'entrée (le profil de l'employé) et une ligne de sortie (la prédiction), ce qui assure la traçabilité demandée.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couverture est mesurée avec pytest-cov : 97 % des lignes de main.py sont exécutées par les tests, soit 59 lignes sur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GitHub Actions se déclenche à chaque push : il lance les tests, puis démarre l'API si tout est vert. Il tourne sur un runner installé sur la machine locale, ce que la mission accepte depuis la mise à jour du 10 septembre.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protections : les secrets ne sont jamais dans le code, les données entrantes sont validées avec Pydantic, et les requêtes SQL utilisent des paramètres.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: la page web avec l'employé 1649, la documentation Swagger, puis le pipeline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livrables de la mission sont couverts : API, base de données, tests avec couverture, pipeline avec secrets et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Prédire le départ des employés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 modèle de Machine Learning en production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5 · OpenClassrooms AI Engineer · Tristan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3566160"/>
            <a:ext cx="640080" cy="64008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840480"/>
            <a:ext cx="411480" cy="4114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Futurisys veut rendre ses modèles de Machine Learning utilisables et accessibles via une API.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modèle de départ des employés (projet 4) de façon fiable.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attendu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 fonctionnel, testé et versionné, prêt pour la production.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0" y="1280160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0" y="146304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759" y="15937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accessible en ligne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1280160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1463040"/>
            <a:ext cx="502920" cy="50292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039" y="15937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échange est enregistré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89120" y="2971800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315468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32854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7200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vérifiée automatiquement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29400" y="2971800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12280" y="31546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039" y="32854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122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 à chaque modification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en un coup d'œil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15480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web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l'identifiant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4028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141732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239" y="15480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280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240280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02336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80560" y="1417320"/>
            <a:ext cx="502920" cy="50292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154807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23360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023360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240280" y="31089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697480" y="324612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239" y="337687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40280" y="3822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2240280" y="4069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901952" y="1920240"/>
            <a:ext cx="310896" cy="0"/>
          </a:xfrm>
          <a:prstGeom prst="line">
            <a:avLst/>
          </a:prstGeom>
          <a:noFill/>
          <a:ln w="25400">
            <a:solidFill>
              <a:srgbClr val="5B678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3685032" y="1920240"/>
            <a:ext cx="310896" cy="0"/>
          </a:xfrm>
          <a:prstGeom prst="line">
            <a:avLst/>
          </a:prstGeom>
          <a:noFill/>
          <a:ln w="25400">
            <a:solidFill>
              <a:srgbClr val="5B6785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2948940" y="2587752"/>
            <a:ext cx="0" cy="493776"/>
          </a:xfrm>
          <a:prstGeom prst="line">
            <a:avLst/>
          </a:prstGeom>
          <a:noFill/>
          <a:ln w="25400">
            <a:solidFill>
              <a:srgbClr val="5B6785"/>
            </a:solidFill>
            <a:prstDash val="solid"/>
            <a:headEnd type="triangle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5943600" y="1280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943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0" y="1234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saisit l'identifiant d'un employé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943600" y="205740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58368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retrouve ses données dans la base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943600" y="28346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9436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58368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la probabilité de départ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943600" y="361188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943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658368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s'affiche et est enregistré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prédit si un employé va rester (STAY) ou partir (LEAVE).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employés sont bien classés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départs réels sont détectés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alertes « départ » sont justes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 classés (accuracy)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Départs : précision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Départs : détection (recall)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Départs : 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294 employés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prédit : reste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prédit : 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réalité : reste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0F6B6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195</a:t>
                      </a:r>
                      <a:endParaRPr lang="en-US" sz="2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A83A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2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réalité : 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A83A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2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0F6B6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2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vert : bonnes prédictions. En rouge : erreurs.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43600" y="137160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3"/>
          <p:cNvSpPr txBox="1"/>
          <p:nvPr/>
        </p:nvSpPr>
        <p:spPr>
          <a:xfrm>
            <a:off x="6035040" y="1371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restés, bien identifiés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035040" y="2103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départs détectés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283464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035040" y="2834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2834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départs manqués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356616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3566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fausses alertes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Requête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/PredictionUser</a:t>
            </a:r>
            <a:endParaRPr lang="en-US" sz="15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?id_employee=1649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9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prédiction : LEAVE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FE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 : 4,5 %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: 95,5 %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2801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0" y="1490472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39" y="1621231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entrée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de l'employé suffit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23317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0" y="2542032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839" y="267279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intégrée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disponible sur /docs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33832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3593592"/>
            <a:ext cx="502920" cy="50292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839" y="372435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4360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web de saisie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94360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tester sans écrire de code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de données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 chaque employé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id_employee (clé)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: âge, genre, poste, département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revenu, ancienneté, promotions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satisfaction, évaluations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predictions_inputs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envoyé au modèle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(clé)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la requête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caractéristiques de l'employé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predictions_outputs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modèle répond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(clé)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(STAY ou LEAVE)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STAY et LEAVE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la prédiction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lit un employé dans « employes », puis enregistre l'entrée et la sortie du modèle à chaque requête.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des échanges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enregistrées (extrait)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66344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de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5 993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 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0352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enregistrées (extrait)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417320"/>
          <a:ext cx="338328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ajoute une ligne dans chacune des deux tables : on garde l'historique complet de ce que le modèle a reçu et répondu.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couverture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code de l'API est exécuté par les tests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Lignes 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testées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749040" y="2286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Pytest : validation des données (âge, genre, valeurs autorisées…)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l'API : réponses attendues de la route de prédiction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couverture généré avec pytest-cov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automatique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41732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4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Modification du code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sur GitHub (git push)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80360" y="2057400"/>
            <a:ext cx="457200" cy="0"/>
          </a:xfrm>
          <a:prstGeom prst="line">
            <a:avLst/>
          </a:prstGeom>
          <a:noFill/>
          <a:ln w="25400">
            <a:solidFill>
              <a:srgbClr val="5B678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2801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5599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Tests automatiques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 dépendances et tests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06440" y="2057400"/>
            <a:ext cx="457200" cy="0"/>
          </a:xfrm>
          <a:prstGeom prst="line">
            <a:avLst/>
          </a:prstGeom>
          <a:noFill/>
          <a:ln w="25400">
            <a:solidFill>
              <a:srgbClr val="5B678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309360" y="12801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3760" y="14173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06" y="15599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Mise en ligne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démarre si les tests passent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2004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858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auto-hébergé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exécute le pipeline sur la machine locale, ce qui permet d'utiliser la base en local.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2004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48920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GitHub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9204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L'adresse de la base (URLBDD) est stockée dans les secrets, jamais dans le code.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64592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protégés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de passe de la base est dans un fichier .env non versionné et dans les secrets GitHub.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vérifiées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invalides sont refusées avant d'atteindre le modèle ou la base.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164592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021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sécurisées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est transmis comme paramètre, pas collé dans la requête SQL.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en direct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web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l'identifiant 1649 et lire la prédiction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32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l'API dans Swagger (/docs)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étapes test et déploiement sur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280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documentée (Swagger)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PostgreSQL et script de création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60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Pytest, couverture de 97 %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avec gestion des secrets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58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sur GitHub avec README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Microsoft Office PowerPoint</Application>
  <PresentationFormat>Affichage à l'écran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5 - Prédire le départ des employés (Futurisys)</dc:title>
  <dc:subject>PptxGenJS Presentation</dc:subject>
  <dc:creator>Tristan</dc:creator>
  <cp:lastModifiedBy>Tristan Minini</cp:lastModifiedBy>
  <cp:revision>2</cp:revision>
  <dcterms:created xsi:type="dcterms:W3CDTF">2026-10-02T13:51:55Z</dcterms:created>
  <dcterms:modified xsi:type="dcterms:W3CDTF">2026-10-02T13:53:22Z</dcterms:modified>
</cp:coreProperties>
</file>